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822" y="1430867"/>
            <a:ext cx="9448800" cy="2906355"/>
          </a:xfrm>
        </p:spPr>
        <p:txBody>
          <a:bodyPr>
            <a:normAutofit/>
          </a:bodyPr>
          <a:lstStyle/>
          <a:p>
            <a:endParaRPr lang="en-US" sz="3600" dirty="0" smtClean="0">
              <a:latin typeface="Algerian" panose="04020705040A02060702" pitchFamily="82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4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764373"/>
            <a:ext cx="4078111" cy="1293028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Task analysis</a:t>
            </a: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321294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358277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777574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4884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100008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043531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13462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249373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50596998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971</TotalTime>
  <Words>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Century Gothic</vt:lpstr>
      <vt:lpstr>Vapor Trail</vt:lpstr>
      <vt:lpstr>PowerPoint Presentation</vt:lpstr>
      <vt:lpstr>Task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 khan</dc:creator>
  <cp:lastModifiedBy>N khan</cp:lastModifiedBy>
  <cp:revision>30</cp:revision>
  <dcterms:created xsi:type="dcterms:W3CDTF">2026-10-08T09:19:32Z</dcterms:created>
  <dcterms:modified xsi:type="dcterms:W3CDTF">2026-10-14T09:34:42Z</dcterms:modified>
</cp:coreProperties>
</file>